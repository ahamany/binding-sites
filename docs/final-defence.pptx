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8239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64577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3506112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256622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952025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32308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44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346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7412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24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5624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44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012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419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04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777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608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246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895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823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3604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900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925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905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830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16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20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846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617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5908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93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803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4330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029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973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5362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609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786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8717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29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438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2982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622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233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8744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protein–small-molecule binding sites</dc:title>
  <dc:subject>PptxGenJS Presentation</dc:subject>
  <dc:creator>Created by Marp</dc:creator>
  <cp:lastModifiedBy/>
  <cp:revision>2</cp:revision>
  <dcterms:created xsi:type="dcterms:W3CDTF">2026-05-14T12:31:08Z</dcterms:created>
  <dcterms:modified xsi:type="dcterms:W3CDTF">2026-05-14T12:36:03Z</dcterms:modified>
</cp:coreProperties>
</file>